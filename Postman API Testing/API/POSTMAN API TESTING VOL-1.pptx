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1E90-0272-F1B4-32FC-1708433A3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99C69-0303-6913-AE67-C1F966F0C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7FF34-D17A-BA89-3BBC-63736261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14AAD-6171-AB1A-5234-2148717D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BF684-A2B9-D75C-9840-04349B3A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63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1C17-0AAC-3B90-8F44-EF1BE2FF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A96D-7441-1DF7-9FAD-E61983EF9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A46E8-A3C1-F0DD-C8B2-52B640F2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F09C6-9A8E-5451-5C84-3BDF71EF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AEC1B-8663-599B-02C7-2846F267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65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5A03-AB14-06A4-B7DB-67E74EDF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6608B-0AE1-5F55-10AC-14C4F3374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6DBF-C071-79C7-234E-443032B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A987-239D-503F-2DCB-015FE2C0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49C3-1B0C-7E10-B8F9-29AF9CCD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7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D42B-9F5A-E775-2FA5-11535C8E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184FE-E870-8FAC-9E21-F493952E6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5357A-1CF2-5B9B-0E85-11A108E25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5AD31-9401-FDDC-9861-BF40FA8B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05E14-B6FB-A1B1-5383-D3D39DAC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97F07-4674-6FB8-0D34-2D472776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82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91CC-0B69-E6DB-FAAD-ED786AA2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E67E2-9055-6F8E-7341-8C12FB6EE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D6FD8-181C-618E-2981-0D8869B13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DD480-8EF4-5293-AEED-5F8C5E4B0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5DAAB-57D0-9BD1-DE1D-54C611452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EC7FA-D581-EAB6-DBE9-D963529F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A471-B019-9D5A-C0AF-D7A25E3F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2F770-B3E1-AB3E-42AD-10AB54B6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49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768C-8383-DC09-0D44-76CDEED4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B9498-A371-2A36-111F-EA3E723C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CC5A4-CD21-61D6-BD4F-DA229AF5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18649-8773-1468-4F94-3C48F811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7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419F2-7E45-0EEC-1509-905C2AB8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EB2EC-D8D6-0581-EA5D-5A696BA4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0ADA7-AD55-27FC-7315-72B8E9F5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77FF-6C98-9A28-B721-8551DA45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E5152-B325-B2E8-DC23-C0BF581AD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B12A5-E062-ABDF-F213-F13621569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BCE35-1504-8478-F8FB-45F51A72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D077F-455D-BE16-628C-E0F640F9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A52C4-D4AB-9A1A-3030-C3F2A62F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43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EF6B-3372-CCA1-D06A-04305415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83ED7-5D5B-C29A-B4AC-A99757EB2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B1F17-F50F-283E-3917-9B4D0B101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BCA61-01D7-F3FF-DA1A-260E98D2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391E9-118A-39E4-2DC1-3F6A1460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CB2EA-0352-8E2D-B3AD-F8BB7A47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6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6149-957E-51E7-6914-93F9FD0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7CB8B-E085-901A-030C-3EDE5194A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B734-5C22-9C9B-1695-DB071A3D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B91F1-82EF-0D74-2A09-8666C44F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9C0E3-86BD-1E22-B744-B99FDCBA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5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B0BC4-7D41-B6C1-AF63-3F448FFEA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98FE1-10E3-598B-E926-4FDC5EAC3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305A7-4858-D3BA-9284-406AB8CF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2F20D-6679-AABD-75E4-10A89E44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BE2F6-8C7A-F179-1074-BB6426F3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62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36A4AC-A43C-80E3-6FF6-F1604830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9D718-33AA-B193-89E9-475BFA511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A0449-5171-B9B4-5F1C-D6D92C3EF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C503C-F360-4726-98F6-60F0DEFD3D80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55C1-67C1-E978-0D5C-0605EEE9E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043D-BCC6-D5F9-40C6-55C7D4C03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1BEA0-0C24-41AA-9E3B-68E3EA6CC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09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7965-FE80-6D95-9B8E-7B6D1C73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API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0C48-E23E-DD6E-6996-0E852CB17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1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2D6756-22C0-9441-983B-0488CDE2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5" y="904568"/>
            <a:ext cx="9851924" cy="434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06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            POSTMAN API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Mahesh</dc:creator>
  <cp:lastModifiedBy>N Mahesh</cp:lastModifiedBy>
  <cp:revision>1</cp:revision>
  <dcterms:created xsi:type="dcterms:W3CDTF">2024-10-08T09:21:47Z</dcterms:created>
  <dcterms:modified xsi:type="dcterms:W3CDTF">2024-10-08T09:21:50Z</dcterms:modified>
</cp:coreProperties>
</file>