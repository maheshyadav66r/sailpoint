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34AC-9914-5E43-9BF0-127D538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21B99-6722-5A9E-7CFA-264AB329B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A7702-94EE-C91B-579B-C457333D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59BF6-029B-AD87-4637-E68E0CDF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F4F0-018C-0426-7834-221AD02C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0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7795-DDCB-1278-6883-0BB67FB5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C7AB-A186-7B4F-6EAE-557B150C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3F98C-4AB5-6C2A-A78B-136F7EA4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46D1B-11EC-5A13-4898-4EA73804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B4D64-ADF0-1678-5FB3-D47A6D17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65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DA0C-3CA2-BF63-B000-0CD31597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A7785-6472-ADAD-51F1-DAFFC333A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A971-C26D-71FD-D0B9-89987C2F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2E67C-3648-1D80-27EA-3CEEA8A8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0AD89-4683-AD3E-47DB-2888CCB3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4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E623-E0B2-3E09-CC92-A7AF7991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79302-994E-A034-6E7F-FB61F1AEF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B0090-4822-9CD9-27A5-362F50022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470E7-2A40-675C-E248-6FD73646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FCDEE-94A8-2ED4-075E-151EED5D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19FA9-DA18-050C-A2A5-AB90ABD1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9B99-D8E7-A70C-BC1E-C2F70BFF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F9DEB-FEC1-8873-236A-D5C6004F8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0B8D0-0A24-ED4B-CFF3-B831FECB3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2ACB7-EFF7-04F0-83B2-F3D4552DF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8D4BB-F9C9-17A8-8D09-179EE1E31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30730-43AD-2546-3844-0A15F7A0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A2B08-E2A2-2EC6-CCFE-4EA67032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ABAAF-F634-42A9-5AA8-6CD8BE9E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3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DCC9-70B2-7FA1-8E4D-BD5E3B19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9AE26-5B45-46A3-4983-CF195B12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65E6C-5D37-AC0B-4CA2-CAD8B21F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81C64-E4BF-B08C-D82C-70F0B2C4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7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317FC-2B3A-3E8F-D3F1-65CDBA8F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8B4E6-C1E5-497D-B8E8-A6A586C0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E31F5-2DE0-3AD6-4310-3714E780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3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0340-5E20-6DF1-D7E3-98553C32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707B-057D-8B3B-DFB1-1A0BAC97F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DFA76-1D6A-5B66-F7AC-5552C9E15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6147F-247F-F43C-C06A-E7F6C5AE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D2CC-5709-AFA9-56FC-CE2D78B8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BD1EB-F697-12AA-92D2-1BB5553D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70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ED4D-654E-2950-34F9-1196516F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25D19-6E58-B3C3-5DB8-2441363F2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0452A-711C-FA00-E9AF-1474AE493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DA55F-E18D-16D4-D2AC-90ABC162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3C4AE-E988-B833-EFE7-450620C8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99287-A10D-1DE4-2A3F-C4AFEEDD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4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86CE-016B-1678-D7C8-9C7E5DAA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0FC89-F46A-1ADE-5218-3C20EBAC0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3CCDB-9A47-6214-2AB2-382A6CC1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7C018-C5A4-54F2-94AB-475312D9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2654-3B73-36B0-175C-72A64B93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09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453D8-3AF6-6EF9-F12A-BD59E0F82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ED0D5-A93C-049E-DC67-5F2E2369D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B13A6-6760-26DE-CD21-9BB32111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7E7A-C1C2-EF9A-B379-6ED30AB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98DD3-8337-AA2B-D73E-0FC1B847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6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4711B-1F7E-96A2-7DC7-90E64899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19C89-B82E-B77D-011A-90569531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2A63E-68B3-6027-90E7-536FAC39A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A9FE4-7369-4F6C-8CB3-9F6400A93CA8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DA21A-123A-5E52-7EF6-6B763EF76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6C76-EBB4-1244-7C5B-0028A0DAB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F6E5C-3A65-4340-B18E-0A9760366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77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F1C5-6B1D-F0CA-0496-9E2568EE2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54B59-1E41-5F73-4301-53C9D1F7C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564F0-8F4A-BAC0-CEC2-247D6E16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27" y="320310"/>
            <a:ext cx="9379974" cy="600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7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C8D32-4B55-1446-FDE5-7427D0BB9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2" y="206477"/>
            <a:ext cx="9615948" cy="5970486"/>
          </a:xfrm>
        </p:spPr>
      </p:pic>
    </p:spTree>
    <p:extLst>
      <p:ext uri="{BB962C8B-B14F-4D97-AF65-F5344CB8AC3E}">
        <p14:creationId xmlns:p14="http://schemas.microsoft.com/office/powerpoint/2010/main" val="74390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62DDD-9AB4-E40F-E81F-3ED0FB6BF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1613"/>
            <a:ext cx="10055942" cy="58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31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91D86-AC20-147E-3B69-93D4FA3E2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466" y="363795"/>
            <a:ext cx="8829366" cy="5169252"/>
          </a:xfrm>
        </p:spPr>
      </p:pic>
    </p:spTree>
    <p:extLst>
      <p:ext uri="{BB962C8B-B14F-4D97-AF65-F5344CB8AC3E}">
        <p14:creationId xmlns:p14="http://schemas.microsoft.com/office/powerpoint/2010/main" val="237166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3D8CF3-A693-4EDA-06B1-2004C64CA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064" y="285135"/>
            <a:ext cx="10825316" cy="5909188"/>
          </a:xfrm>
        </p:spPr>
      </p:pic>
    </p:spTree>
    <p:extLst>
      <p:ext uri="{BB962C8B-B14F-4D97-AF65-F5344CB8AC3E}">
        <p14:creationId xmlns:p14="http://schemas.microsoft.com/office/powerpoint/2010/main" val="105403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437A09-2DB5-120F-CBDB-4CC1D4BCA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206" y="255639"/>
            <a:ext cx="10107562" cy="5968180"/>
          </a:xfrm>
        </p:spPr>
      </p:pic>
    </p:spTree>
    <p:extLst>
      <p:ext uri="{BB962C8B-B14F-4D97-AF65-F5344CB8AC3E}">
        <p14:creationId xmlns:p14="http://schemas.microsoft.com/office/powerpoint/2010/main" val="238686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2B286-2BB2-A718-F378-E82353837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691" y="353961"/>
            <a:ext cx="8652386" cy="5781367"/>
          </a:xfrm>
        </p:spPr>
      </p:pic>
    </p:spTree>
    <p:extLst>
      <p:ext uri="{BB962C8B-B14F-4D97-AF65-F5344CB8AC3E}">
        <p14:creationId xmlns:p14="http://schemas.microsoft.com/office/powerpoint/2010/main" val="359083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409A1-A059-3F73-23BE-052EBEFB7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697" y="265471"/>
            <a:ext cx="10196051" cy="5997677"/>
          </a:xfrm>
        </p:spPr>
      </p:pic>
    </p:spTree>
    <p:extLst>
      <p:ext uri="{BB962C8B-B14F-4D97-AF65-F5344CB8AC3E}">
        <p14:creationId xmlns:p14="http://schemas.microsoft.com/office/powerpoint/2010/main" val="185495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702B5-026B-36A1-CA19-33BCB2B9D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058" y="688258"/>
            <a:ext cx="10245213" cy="5555226"/>
          </a:xfrm>
        </p:spPr>
      </p:pic>
    </p:spTree>
    <p:extLst>
      <p:ext uri="{BB962C8B-B14F-4D97-AF65-F5344CB8AC3E}">
        <p14:creationId xmlns:p14="http://schemas.microsoft.com/office/powerpoint/2010/main" val="377720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D2015-36A3-15DC-6FCB-E22802850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555" y="491613"/>
            <a:ext cx="10196051" cy="5830529"/>
          </a:xfrm>
        </p:spPr>
      </p:pic>
    </p:spTree>
    <p:extLst>
      <p:ext uri="{BB962C8B-B14F-4D97-AF65-F5344CB8AC3E}">
        <p14:creationId xmlns:p14="http://schemas.microsoft.com/office/powerpoint/2010/main" val="340796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C6DE3-16A2-B698-2395-530938325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994" y="707923"/>
            <a:ext cx="9832258" cy="4284057"/>
          </a:xfrm>
        </p:spPr>
      </p:pic>
    </p:spTree>
    <p:extLst>
      <p:ext uri="{BB962C8B-B14F-4D97-AF65-F5344CB8AC3E}">
        <p14:creationId xmlns:p14="http://schemas.microsoft.com/office/powerpoint/2010/main" val="57910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Mahesh</dc:creator>
  <cp:lastModifiedBy>N Mahesh</cp:lastModifiedBy>
  <cp:revision>5</cp:revision>
  <dcterms:created xsi:type="dcterms:W3CDTF">2024-10-08T09:10:14Z</dcterms:created>
  <dcterms:modified xsi:type="dcterms:W3CDTF">2024-10-08T09:18:07Z</dcterms:modified>
</cp:coreProperties>
</file>